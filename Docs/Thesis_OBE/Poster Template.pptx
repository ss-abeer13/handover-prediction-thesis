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43891200" cx="3291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SbvAILlBudp2UwHlcrEGTvjPC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A2281A-F786-48D3-89DA-C1219ABF7AA9}">
  <a:tblStyle styleId="{0FA2281A-F786-48D3-89DA-C1219ABF7AA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 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11" name="Google Shape;11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09d400e3be_1_0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09d400e3b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409d400e3b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d400e3be_1_6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09d400e3be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409d400e3be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ter">
  <p:cSld name="Po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800600" y="1320800"/>
            <a:ext cx="23317200" cy="335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800600" y="4784806"/>
            <a:ext cx="233172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"/>
          <p:cNvSpPr/>
          <p:nvPr>
            <p:ph idx="2" type="body"/>
          </p:nvPr>
        </p:nvSpPr>
        <p:spPr>
          <a:xfrm>
            <a:off x="857250" y="780288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857250" y="9428480"/>
            <a:ext cx="9601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24" name="Google Shape;24;p3"/>
          <p:cNvSpPr/>
          <p:nvPr>
            <p:ph idx="4" type="body"/>
          </p:nvPr>
        </p:nvSpPr>
        <p:spPr>
          <a:xfrm>
            <a:off x="857250" y="20043648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5" type="body"/>
          </p:nvPr>
        </p:nvSpPr>
        <p:spPr>
          <a:xfrm>
            <a:off x="857250" y="21669250"/>
            <a:ext cx="9601200" cy="1211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6" type="body"/>
          </p:nvPr>
        </p:nvSpPr>
        <p:spPr>
          <a:xfrm>
            <a:off x="857250" y="3444240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7" type="body"/>
          </p:nvPr>
        </p:nvSpPr>
        <p:spPr>
          <a:xfrm>
            <a:off x="857250" y="36076128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28" name="Google Shape;28;p3"/>
          <p:cNvSpPr/>
          <p:nvPr>
            <p:ph idx="8" type="body"/>
          </p:nvPr>
        </p:nvSpPr>
        <p:spPr>
          <a:xfrm>
            <a:off x="11658600" y="780288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9" type="body"/>
          </p:nvPr>
        </p:nvSpPr>
        <p:spPr>
          <a:xfrm>
            <a:off x="11658600" y="9428480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3" type="body"/>
          </p:nvPr>
        </p:nvSpPr>
        <p:spPr>
          <a:xfrm>
            <a:off x="11658600" y="15930880"/>
            <a:ext cx="9601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4" type="body"/>
          </p:nvPr>
        </p:nvSpPr>
        <p:spPr>
          <a:xfrm>
            <a:off x="11658600" y="31292800"/>
            <a:ext cx="960120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2" name="Google Shape;32;p3"/>
          <p:cNvSpPr/>
          <p:nvPr>
            <p:ph idx="15" type="body"/>
          </p:nvPr>
        </p:nvSpPr>
        <p:spPr>
          <a:xfrm>
            <a:off x="11658600" y="3444240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6" type="body"/>
          </p:nvPr>
        </p:nvSpPr>
        <p:spPr>
          <a:xfrm>
            <a:off x="11658600" y="36076128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4" name="Google Shape;34;p3"/>
          <p:cNvSpPr/>
          <p:nvPr>
            <p:ph idx="17" type="body"/>
          </p:nvPr>
        </p:nvSpPr>
        <p:spPr>
          <a:xfrm>
            <a:off x="22425660" y="780288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8" type="body"/>
          </p:nvPr>
        </p:nvSpPr>
        <p:spPr>
          <a:xfrm>
            <a:off x="22425660" y="9428480"/>
            <a:ext cx="96012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9" type="body"/>
          </p:nvPr>
        </p:nvSpPr>
        <p:spPr>
          <a:xfrm>
            <a:off x="22425660" y="21116544"/>
            <a:ext cx="96012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  <p:sp>
        <p:nvSpPr>
          <p:cNvPr id="37" name="Google Shape;37;p3"/>
          <p:cNvSpPr/>
          <p:nvPr>
            <p:ph idx="20" type="body"/>
          </p:nvPr>
        </p:nvSpPr>
        <p:spPr>
          <a:xfrm>
            <a:off x="22425660" y="34442400"/>
            <a:ext cx="9601200" cy="16256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21" type="body"/>
          </p:nvPr>
        </p:nvSpPr>
        <p:spPr>
          <a:xfrm>
            <a:off x="22425660" y="36076128"/>
            <a:ext cx="9601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64008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5pPr>
            <a:lvl6pPr indent="-64008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6pPr>
            <a:lvl7pPr indent="-64008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7pPr>
            <a:lvl8pPr indent="-64008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8pPr>
            <a:lvl9pPr indent="-64008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type="ctrTitle"/>
          </p:nvPr>
        </p:nvSpPr>
        <p:spPr>
          <a:xfrm>
            <a:off x="2468880" y="7183123"/>
            <a:ext cx="27980640" cy="1528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0"/>
              <a:buFont typeface="Calibri"/>
              <a:buNone/>
              <a:defRPr sz="2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subTitle"/>
          </p:nvPr>
        </p:nvSpPr>
        <p:spPr>
          <a:xfrm>
            <a:off x="4114800" y="23053043"/>
            <a:ext cx="24688800" cy="10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sz="648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6pPr>
            <a:lvl7pPr lvl="6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7pPr>
            <a:lvl8pPr lvl="7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8pPr>
            <a:lvl9pPr lvl="8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9pPr>
          </a:lstStyle>
          <a:p/>
        </p:txBody>
      </p:sp>
      <p:sp>
        <p:nvSpPr>
          <p:cNvPr id="42" name="Google Shape;42;p4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2245997" y="10942333"/>
            <a:ext cx="28392120" cy="182575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0"/>
              <a:buFont typeface="Calibri"/>
              <a:buNone/>
              <a:defRPr sz="2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2245997" y="29372573"/>
            <a:ext cx="28392120" cy="9601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  <a:defRPr sz="7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6480"/>
              <a:buNone/>
              <a:defRPr sz="648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2263140" y="11684000"/>
            <a:ext cx="139903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16664940" y="11684000"/>
            <a:ext cx="139903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2267428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2267431" y="10759443"/>
            <a:ext cx="13926024" cy="52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b="1" sz="648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9pPr>
          </a:lstStyle>
          <a:p/>
        </p:txBody>
      </p:sp>
      <p:sp>
        <p:nvSpPr>
          <p:cNvPr id="67" name="Google Shape;67;p8"/>
          <p:cNvSpPr txBox="1"/>
          <p:nvPr>
            <p:ph idx="2" type="body"/>
          </p:nvPr>
        </p:nvSpPr>
        <p:spPr>
          <a:xfrm>
            <a:off x="2267431" y="16032480"/>
            <a:ext cx="13926024" cy="2358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3" type="body"/>
          </p:nvPr>
        </p:nvSpPr>
        <p:spPr>
          <a:xfrm>
            <a:off x="16664942" y="10759443"/>
            <a:ext cx="13994608" cy="52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b="1" sz="648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60"/>
            </a:lvl9pPr>
          </a:lstStyle>
          <a:p/>
        </p:txBody>
      </p:sp>
      <p:sp>
        <p:nvSpPr>
          <p:cNvPr id="69" name="Google Shape;69;p8"/>
          <p:cNvSpPr txBox="1"/>
          <p:nvPr>
            <p:ph idx="4" type="body"/>
          </p:nvPr>
        </p:nvSpPr>
        <p:spPr>
          <a:xfrm>
            <a:off x="16664942" y="16032480"/>
            <a:ext cx="13994608" cy="2358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2267428" y="2926080"/>
            <a:ext cx="10617041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Calibri"/>
              <a:buNone/>
              <a:defRPr sz="11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13994608" y="6319530"/>
            <a:ext cx="16664940" cy="311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6012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1pPr>
            <a:lvl2pPr indent="-86868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80"/>
            </a:lvl2pPr>
            <a:lvl3pPr indent="-7772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40"/>
              <a:buChar char="•"/>
              <a:defRPr sz="8640"/>
            </a:lvl3pPr>
            <a:lvl4pPr indent="-6858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4pPr>
            <a:lvl5pPr indent="-6858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5pPr>
            <a:lvl6pPr indent="-6858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6pPr>
            <a:lvl7pPr indent="-6858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7pPr>
            <a:lvl8pPr indent="-6858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8pPr>
            <a:lvl9pPr indent="-6858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9pPr>
          </a:lstStyle>
          <a:p/>
        </p:txBody>
      </p:sp>
      <p:sp>
        <p:nvSpPr>
          <p:cNvPr id="85" name="Google Shape;85;p11"/>
          <p:cNvSpPr txBox="1"/>
          <p:nvPr>
            <p:ph idx="2" type="body"/>
          </p:nvPr>
        </p:nvSpPr>
        <p:spPr>
          <a:xfrm>
            <a:off x="2267428" y="13167360"/>
            <a:ext cx="10617041" cy="243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2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2267428" y="2926080"/>
            <a:ext cx="10617041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Calibri"/>
              <a:buNone/>
              <a:defRPr sz="11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/>
          <p:nvPr>
            <p:ph idx="2" type="pic"/>
          </p:nvPr>
        </p:nvSpPr>
        <p:spPr>
          <a:xfrm>
            <a:off x="13994608" y="6319530"/>
            <a:ext cx="16664940" cy="311912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2267428" y="13167360"/>
            <a:ext cx="10617041" cy="243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2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 rot="5400000">
            <a:off x="2534919" y="11412222"/>
            <a:ext cx="27848563" cy="283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 rot="5400000">
            <a:off x="8508365" y="17385667"/>
            <a:ext cx="37195763" cy="7098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 rot="5400000">
            <a:off x="-5893434" y="10493377"/>
            <a:ext cx="37195763" cy="20882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40"/>
              <a:buFont typeface="Calibri"/>
              <a:buNone/>
              <a:defRPr b="0" i="0" sz="158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68680" lvl="0" marL="457200" marR="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Arial"/>
              <a:buChar char="•"/>
              <a:defRPr b="0" i="0" sz="10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7240" lvl="1" marL="914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85800" lvl="2" marL="1371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40080" lvl="3" marL="1828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40080" lvl="4" marL="22860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40080" lvl="5" marL="2743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40080" lvl="6" marL="3200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40080" lvl="7" marL="3657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40080" lvl="8" marL="4114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b="0" i="0" sz="6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b="0" i="0" sz="4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0"/>
            <a:ext cx="32918400" cy="670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45"/>
              <a:buFont typeface="Arial"/>
              <a:buNone/>
            </a:pPr>
            <a:r>
              <a:t/>
            </a:r>
            <a:endParaRPr b="0" i="0" sz="544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type="title"/>
          </p:nvPr>
        </p:nvSpPr>
        <p:spPr>
          <a:xfrm>
            <a:off x="3994484" y="622264"/>
            <a:ext cx="24929432" cy="1681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b="1" lang="en-US" sz="6600">
                <a:latin typeface="Times New Roman"/>
                <a:ea typeface="Times New Roman"/>
                <a:cs typeface="Times New Roman"/>
                <a:sym typeface="Times New Roman"/>
              </a:rPr>
              <a:t>Thesis </a:t>
            </a:r>
            <a:br>
              <a:rPr b="1" lang="en-US" sz="6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600"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endParaRPr/>
          </a:p>
        </p:txBody>
      </p:sp>
      <p:sp>
        <p:nvSpPr>
          <p:cNvPr id="114" name="Google Shape;114;p1"/>
          <p:cNvSpPr/>
          <p:nvPr>
            <p:ph idx="2" type="body"/>
          </p:nvPr>
        </p:nvSpPr>
        <p:spPr>
          <a:xfrm>
            <a:off x="930866" y="7188934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None/>
            </a:pPr>
            <a:r>
              <a:rPr b="1" lang="en-US" sz="4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115" name="Google Shape;115;p1"/>
          <p:cNvSpPr txBox="1"/>
          <p:nvPr>
            <p:ph idx="3" type="body"/>
          </p:nvPr>
        </p:nvSpPr>
        <p:spPr>
          <a:xfrm>
            <a:off x="21554144" y="22062337"/>
            <a:ext cx="96012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0" marL="82296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"/>
          <p:cNvSpPr txBox="1"/>
          <p:nvPr>
            <p:ph idx="13" type="body"/>
          </p:nvPr>
        </p:nvSpPr>
        <p:spPr>
          <a:xfrm>
            <a:off x="996024" y="8413960"/>
            <a:ext cx="13763893" cy="644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21839307" y="13728575"/>
            <a:ext cx="10401301" cy="83337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274300" spcFirstLastPara="1" rIns="68575" wrap="square" tIns="13715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66" y="1823476"/>
            <a:ext cx="2420403" cy="407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47301" y="2208863"/>
            <a:ext cx="2893307" cy="29127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>
            <a:off x="923267" y="15445719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988426" y="19255803"/>
            <a:ext cx="14106771" cy="315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930866" y="20278790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946061" y="24756053"/>
            <a:ext cx="14106771" cy="315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1068817" y="36331539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DESIGN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938464" y="33151903"/>
            <a:ext cx="14106771" cy="315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653146" y="39260706"/>
            <a:ext cx="14106771" cy="315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996024" y="38652153"/>
            <a:ext cx="14106771" cy="315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17930726" y="7323828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OUTCOMES/RESULTS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7938324" y="13755553"/>
            <a:ext cx="14106771" cy="3646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17815604" y="16152378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COMMERCIAL VIABILITY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7938324" y="19255803"/>
            <a:ext cx="141069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815586" y="21193190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OBE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930726" y="11898035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NOVELTY/SIGNIFICANT CONTRIBUTIONS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7742813" y="32315574"/>
            <a:ext cx="13851142" cy="9860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815586" y="30912309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0066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151008" y="2166978"/>
            <a:ext cx="31089600" cy="40425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Students: Name 1, Name 2, Name 3;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200021xyz, 200021xyz, 200021xyz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Prof. Dr. XYZ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Times New Roman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&amp; Electronic Engineering, </a:t>
            </a:r>
            <a:br>
              <a:rPr b="1" i="0" lang="en-US" sz="5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5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Islamic University of Technology (IUT)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818160" y="25372386"/>
            <a:ext cx="14106772" cy="914400"/>
          </a:xfrm>
          <a:prstGeom prst="round1Rect">
            <a:avLst>
              <a:gd fmla="val 16667" name="adj"/>
            </a:avLst>
          </a:prstGeom>
          <a:solidFill>
            <a:srgbClr val="FFC000"/>
          </a:solidFill>
          <a:ln cap="flat" cmpd="sng" w="12700">
            <a:solidFill>
              <a:srgbClr val="BA8C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052356" y="16748170"/>
            <a:ext cx="137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04850" lvl="0" marL="857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958760" y="21577156"/>
            <a:ext cx="139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04850" lvl="0" marL="857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178896" y="37966497"/>
            <a:ext cx="1377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1"/>
          <p:cNvGraphicFramePr/>
          <p:nvPr/>
        </p:nvGraphicFramePr>
        <p:xfrm>
          <a:off x="18283472" y="2236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{0FA2281A-F786-48D3-89DA-C1219ABF7AA9}</a:tableStyleId>
              </a:tblPr>
              <a:tblGrid>
                <a:gridCol w="1297950"/>
                <a:gridCol w="1705825"/>
                <a:gridCol w="1705825"/>
                <a:gridCol w="1705825"/>
                <a:gridCol w="1705825"/>
                <a:gridCol w="1705825"/>
                <a:gridCol w="1705825"/>
                <a:gridCol w="1705825"/>
              </a:tblGrid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</a:t>
                      </a:r>
                      <a:endParaRPr b="1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Ks</a:t>
                      </a:r>
                      <a:endParaRPr b="1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</a:t>
                      </a:r>
                      <a:endParaRPr b="1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</a:t>
                      </a:r>
                      <a:endParaRPr b="1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PO1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K3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P1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A1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PO2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K4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P2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A2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PO3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K5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P3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A3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PO4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K6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P4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A4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PO5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K7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P5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A5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PO6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K8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P6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PO7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P7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PO8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PO9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PO10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PO11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PO12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3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09d400e3be_1_0"/>
          <p:cNvSpPr txBox="1"/>
          <p:nvPr>
            <p:ph type="title"/>
          </p:nvPr>
        </p:nvSpPr>
        <p:spPr>
          <a:xfrm>
            <a:off x="2263140" y="2336810"/>
            <a:ext cx="28392000" cy="848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409d400e3be_1_0"/>
          <p:cNvSpPr txBox="1"/>
          <p:nvPr>
            <p:ph idx="1" type="body"/>
          </p:nvPr>
        </p:nvSpPr>
        <p:spPr>
          <a:xfrm>
            <a:off x="2263140" y="11684000"/>
            <a:ext cx="28392000" cy="2784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09d400e3be_1_6"/>
          <p:cNvSpPr txBox="1"/>
          <p:nvPr>
            <p:ph type="title"/>
          </p:nvPr>
        </p:nvSpPr>
        <p:spPr>
          <a:xfrm>
            <a:off x="2263140" y="2336810"/>
            <a:ext cx="28392000" cy="848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409d400e3be_1_6"/>
          <p:cNvSpPr txBox="1"/>
          <p:nvPr>
            <p:ph idx="1" type="body"/>
          </p:nvPr>
        </p:nvSpPr>
        <p:spPr>
          <a:xfrm>
            <a:off x="2263140" y="11684000"/>
            <a:ext cx="28392000" cy="2784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2013-12-03T00:45:00Z</dcterms:created>
  <dc:creator>David Nolfi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04BAEC655B694614A290161AC67090F0_12</vt:lpwstr>
  </property>
  <property fmtid="{D5CDD505-2E9C-101B-9397-08002B2CF9AE}" pid="3" name="KSOProductBuildVer">
    <vt:lpwstr>1033-12.2.0.13489</vt:lpwstr>
  </property>
</Properties>
</file>