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319" r:id="rId4"/>
    <p:sldId id="321" r:id="rId5"/>
    <p:sldId id="320" r:id="rId6"/>
    <p:sldId id="31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128953" y="218470"/>
            <a:ext cx="8850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891313"/>
                </a:solidFill>
                <a:latin typeface="Arial" pitchFamily="34" charset="0"/>
                <a:cs typeface="Arial" pitchFamily="34" charset="0"/>
              </a:rPr>
              <a:t>Thesis Title</a:t>
            </a:r>
            <a:endParaRPr lang="en-US" sz="5400" b="1" dirty="0">
              <a:solidFill>
                <a:srgbClr val="8913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909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DDF336-BC5F-3B3F-29BD-F9361A6C9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AA8B9-CD22-988F-7D6F-998141E49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39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6C589-5123-805C-AA9A-6D302505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8D5356-D87C-4860-B0B1-273B6A1D7C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C970AE-719E-899F-B48C-25F2D51E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04B8-75BC-641D-FC92-D23C1BB93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51841-0858-4472-857C-69E28854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747669-1359-C3B7-1D73-A4ED24EDF9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95309A-8B74-34BB-4BDC-F3D00758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99204-40E3-D856-BAC4-E7F8E8E1A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8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E45E-9857-7608-74C7-91A72676A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C4F195-073D-7154-3E51-57BB0C5F6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7E5CC8-0C51-565E-EB50-451812DE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4851-531D-C217-B553-ADDF56BA0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4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293E9-2647-B688-0A33-EB26BA2D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62503F-401E-CADA-D536-8F77CF786F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How To Write A Thank You Note In Five Easy Steps">
            <a:extLst>
              <a:ext uri="{FF2B5EF4-FFF2-40B4-BE49-F238E27FC236}">
                <a16:creationId xmlns:a16="http://schemas.microsoft.com/office/drawing/2014/main" id="{EC8B69EB-5457-2F36-01F1-3B48F7DA3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67" y="1333260"/>
            <a:ext cx="9199442" cy="518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238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